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قدمة" id="{ef91f33f-40a5-9c9e-345c-bb614f395ec5}">
          <p14:sldIdLst>
            <p14:sldId id="256"/>
            <p14:sldId id="257"/>
          </p14:sldIdLst>
        </p14:section>
        <p14:section name="المشكلة" id="{1309429b-9e57-d842-f38b-d8b9238bcc0e}">
          <p14:sldIdLst>
            <p14:sldId id="258"/>
            <p14:sldId id="259"/>
          </p14:sldIdLst>
        </p14:section>
        <p14:section name="ما يقدمه فليتانا" id="{46f450fe-f2f0-df0f-a744-93122eef3d8d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العرض" id="{5421fc3d-6a0c-38c7-2311-6988fa10f195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الغلاف. السطر العلوي لنوع المستند، والعنوان في سطرين: العبارة بالأسود والخلاصة بالأزرق.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العنوان فقط مع أربع بطاقات.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فاصل القسم: رقم وعنوان وسطر داعم.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 بطاقات بأيقونات. مشكلة واحدة لكل بطاقة، دون أرقام مختلقة.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نص يمين وشاشة المنتج يسار.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ست بطاقات للميزات. الميزات التي تعتمد على التتبع تحمل وسم «جهاز تتبع».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شاشة منتج واحدة مع ثلاث نقاط مرقمة.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أرقام بارزة: فقط قواعد المنتج أو بيانات مثبتة، مع ذكر ذلك.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عملية من ثلاث 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وسوم وقائمة الجمهور وشاشة داعمة.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جدول للعروض بنمط فليتانا.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عبارة كبيرة على بطاقة فاتحة. مرة واحدة في العرض.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خطوات مرقمة مع بطاقة تواصل.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الشعار والعبارة والرابط.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026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rgbClr val="0051D5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r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الملف التعريفي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أخرج أسطولك</a:t>
            </a:r>
            <a:endParaRPr lang="en-US" sz="48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من جداول البيانات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إدارة أساطيل صُممت للأساطيل السعودية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اسم الجهة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551383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1664208"/>
            <a:ext cx="4151376" cy="2428997"/>
          </a:xfrm>
          <a:prstGeom prst="rect">
            <a:avLst/>
          </a:prstGeom>
        </p:spPr>
      </p:pic>
      <p:sp>
        <p:nvSpPr>
          <p:cNvPr id="8" name="pill-الخريطة المباشرة · جهاز تتبع"/>
          <p:cNvSpPr txBox="1"/>
          <p:nvPr/>
        </p:nvSpPr>
        <p:spPr>
          <a:xfrm>
            <a:off x="2435047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الخريطة المباشرة · جهاز تتبع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المحتويات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9037015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997135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أين يضيع وقت الأسطول وماله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6229807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89927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يقدمه فليتانا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مساحة عمل واحدة لكل مركبة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3422599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82719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صُمّم للأساطيل السعودية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الاستمارة، الفحص الدوري، الريال، العربية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615391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575511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خطة التطبيق والخطوات التالية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المشكلة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أساطيل تُدار بجداول البيانات والإيصالات والذاكرة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أسطولك يُدار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بالجداول والذاكرة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812261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1075608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جداول البيانات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مواعيد الصيانة واللوحات وتواريخ الاستمارة في ملفات لا تُحدَّث في وقتها.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37357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700704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433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361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الإيصالات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9361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مصاريف الوقود والإصلاح في الأدراج والصور، فتمر التعبئة غير المعتادة دون انتباه.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62453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325800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393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4457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محادثات الواتساب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94457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الفحوصات والأعطال والموافقات في المحادثات، ولا شيء مرتبط بالمركبة.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ما يقدمه فليتانا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مكان واحد لكل ما يتعلق بأسطولك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مساحة عمل واحدة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لكل مركبة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162495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كل سجل وقود وصيانة وبلاغ وفحص وأمر عمل مرتبط بالمركبة نفسها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مواعيد الصيانة بالكيلومترات أو ساعات التشغيل أو التاريخ، أيّها أسبق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الاستمارة والتأمين والفحص الدوري تظهر قبل انتهائها بـ30 يومًا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العربية والإنجليزية، والريال مع ضريبة القيمة المضافة 15٪، والكيلومترات وساعات التشغيل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51383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كل ما يتعلق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بأسطولك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812261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1085667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9084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5121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المركبات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اللوحات والسائقون والوثائق والحالة لكل مركبة.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37357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10763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17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 والوقاية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789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برامج بالكيلومترات أو الساعات أو التاريخ، مع المستحق والمتأخر بنظرة.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62453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335859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004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313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9885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كم/لتر لكل تعبئة كاملة، وتمييز ما يقل عن 70٪ من متوسط 30 يومًا.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812261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1085667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9084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5121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الفحوصات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9693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قوائم فحص مخصصة مع الصور، والبند الفاشل يفتح بلاغًا.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37357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710763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044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0217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أوامر العمل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789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القطع والعمالة والرسوم، مع ضريبة 15٪ وخطوات الاعتماد.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62453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335859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1004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313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الخريطة المباشرة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98855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تتحرك، خاملة، متوقفة، مع إعادة الرحلات وتقييم السائقين.</a:t>
            </a:r>
            <a:endParaRPr lang="en-US" sz="1300" dirty="0"/>
          </a:p>
        </p:txBody>
      </p:sp>
      <p:sp>
        <p:nvSpPr>
          <p:cNvPr id="33" name="pill-جهاز تتبع"/>
          <p:cNvSpPr txBox="1"/>
          <p:nvPr/>
        </p:nvSpPr>
        <p:spPr>
          <a:xfrm>
            <a:off x="853135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التعبئة غير المعتادة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تظهر بعلامة «منخفض»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150815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7975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428213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33095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معدل لكل تعبئة كاملة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33095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المسافة منذ التعبئة الكاملة السابقة ÷ الوقود المضاف، مع قراءة العداد.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4282135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33095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بمتوسط المركبة نفسها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33095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مركبة مقابل متوسطها خلال 30 يومًا، لا مقابل الأسطول.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4282135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3095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أقل من 70٪؟ «منخفض»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3095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يستحق التحقق من وجود عطل في المركبة أو خطأ في التسجيل.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قواعد يمكنك التحقق منها،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لا وعود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9037015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219895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70٪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تمييز الوقود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التعبئة الكاملة الأقل من 70٪ من متوسط المركبة خلال 30 يومًا تظهر «منخفض».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6229807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12687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يومًا مسبقًا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الاستمارة والتأمين والفحص الدوري التي تنتهي خلال 30 يومًا تظهر في الرئيسية.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3422599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5479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15٪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الضريبة مدمجة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أوامر العمل والتكاليف بالريال، مع إضافة الضريبة أو فصلها.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615391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98271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طرق للاستحقاق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الكيلومترات أو ساعات التشغيل أو التاريخ، أيّها أسبق.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كل رقم هنا قاعدة في المنتج، وليس نتيجة عميل.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يعمل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812261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1075608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  التسجيل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يسجّل السائقون والمشغّلون الوقود ويجرون الفحوصات ويبلّغون عن المشكلات من أي جهاز.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903159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37357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700704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433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9361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  التنظيم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9361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كل شيء يرتبط بالمركبة الصحيحة، والتذكيرات تُحسب من برامج الصيانة لديك.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4154119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62453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325800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393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4457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  القرار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94457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افتح الرئيسية أو صفحة المركبة لترى المستحق والمتأخر وما سينتهي قريبًا.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صُمّم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للأساطيل السعودية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912845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الاستمارة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643097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الفحص الدوري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373349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التأمين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912845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الريال وضريبة 15٪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643097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كم وساعات التشغيل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373349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79215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للأساطيل من 10 إلى 50 مركبة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1114013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0719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5685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التوصيل والشحن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716249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079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7921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البناء والمعدات الثقيلة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1114013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9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5685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التوزيع والتجزئة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716249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079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7921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نقل الركاب والنقل المدرسي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551383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5975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تواريخ الانتهاء محفوظة في سجل كل مركبة، والرئيسية تعرض ما ينتهي خلال 30 يومًا.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العرض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كيف نطبّق فليتانا لديكم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خطة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التطبيق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المرحلة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ما يحدث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المسؤول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الأسبوع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الإعداد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إضافة المركبات والسائقين والوثائق وأعضاء الفريق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فريقكم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برامج الصيانة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اختيار مهام الصيانة وفتراتها من المجموعة الافتراضية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الاستخدام اليومي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تسجيل الوقود وإجراء الفحوصات وفتح البلاغات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سائقوكم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المراجعة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مراجعة المستحق والمتأخر وما سينتهي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خطة نموذجية. عدّل المراحل والمسؤولين والأسابيع حسب الجهة.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سجّل قراءة العداد،</a:t>
            </a:r>
            <a:endParaRPr lang="en-US" sz="4800" dirty="0"/>
          </a:p>
          <a:p>
            <a:pPr algn="r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والباقي علينا.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فليتانا يتولى الحساب والتذكّر، وفريقك يتولى القيادة.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الخطوات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التالية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11094415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13655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الاتفاق على النطاق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013655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المركبات والمواقع والأشخاص الذين سيستخدمون فليتانا.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11094415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13655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إعداد مساحة العمل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13655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إضافة المركبات والسائقين وتواريخ الوثائق في الأسبوع الأول.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11094415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13655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المراجعة معًا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013655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بعد أربعة أسابيع، نراجع المستحق والمتأخر وما سينتهي.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551383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415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التواصل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7415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الاسم الكامل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المسمى الوظيفي، فليتانا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07415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أخرج أسطولك من جداول البيانات.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فليتانا — الملف التعريفي</dc:title>
  <dc:subject>PptxGenJS Presentation</dc:subject>
  <dc:creator>Fleetana</dc:creator>
  <cp:lastModifiedBy>Fleetana</cp:lastModifiedBy>
  <cp:revision>1</cp:revision>
  <dcterms:created xsi:type="dcterms:W3CDTF">2026-10-23T07:48:20Z</dcterms:created>
  <dcterms:modified xsi:type="dcterms:W3CDTF">2026-10-23T07:48:20Z</dcterms:modified>
</cp:coreProperties>
</file>