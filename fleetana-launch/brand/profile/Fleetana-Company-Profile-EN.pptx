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us" id="{2c9c847b-f4f1-d2aa-08b9-a4ba13dc0017}">
          <p14:sldIdLst>
            <p14:sldId id="256"/>
            <p14:sldId id="257"/>
            <p14:sldId id="258"/>
          </p14:sldIdLst>
        </p14:section>
        <p14:section name="The problem" id="{e2ae93ef-5a97-722b-1ce5-9041ce335664}">
          <p14:sldIdLst>
            <p14:sldId id="259"/>
            <p14:sldId id="260"/>
          </p14:sldIdLst>
        </p14:section>
        <p14:section name="Visibility" id="{f79050ca-4d46-bc19-ff2f-ecb3b3ec6bce}">
          <p14:sldIdLst>
            <p14:sldId id="261"/>
            <p14:sldId id="262"/>
            <p14:sldId id="263"/>
            <p14:sldId id="264"/>
            <p14:sldId id="265"/>
          </p14:sldIdLst>
        </p14:section>
        <p14:section name="The platform" id="{c21f84b0-2882-ad15-efee-368cde975f9f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Working with us" id="{675d83df-5533-023b-6d72-98123cafa51e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Fleetana company profile for prospective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[Year], [City] and [CR number]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lines aloud; let them 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client which of these four sounds most like their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Fleet visibility needs a GPS tracker in each vehicle. Cost visibility on the next slide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uses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and distances are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saving is an action the client takes with what Fleetana shows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six modules. The next slides go through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data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data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data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 the industries to the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setup happens in the first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names, roles and photos. Use square photos on a light background.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[Phone] and [Email].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0051D5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Your whole fleet.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One place.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Fleet and cost visibility, built for Saudi fleets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Fleetana · 2026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7269480" y="1554480"/>
            <a:ext cx="43708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664208"/>
            <a:ext cx="4151376" cy="24289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Who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we 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Fleetana is fleet-management software built in Saudi Arabia for the people who run vehicles.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One platform for vehicles, drivers, routes, fuel, service, inspections and work orders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Shows what every vehicle is doing and what every vehicle costs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Web app for managers, mobile app for drivers and technicians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Arabic and English throughout, SAR with 15% VAT</a:t>
            </a:r>
            <a:endParaRPr lang="en-US" sz="1600" dirty="0"/>
          </a:p>
        </p:txBody>
      </p:sp>
      <p:sp>
        <p:nvSpPr>
          <p:cNvPr id="5" name="fact-1"/>
          <p:cNvSpPr/>
          <p:nvPr/>
        </p:nvSpPr>
        <p:spPr>
          <a:xfrm>
            <a:off x="708660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FOUNDED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[Year]</a:t>
            </a:r>
            <a:endParaRPr lang="en-US" sz="2000" dirty="0"/>
          </a:p>
        </p:txBody>
      </p:sp>
      <p:sp>
        <p:nvSpPr>
          <p:cNvPr id="8" name="fact-2"/>
          <p:cNvSpPr/>
          <p:nvPr/>
        </p:nvSpPr>
        <p:spPr>
          <a:xfrm>
            <a:off x="941832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4692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HEADQUARTERS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[City], Saudi Arabia</a:t>
            </a:r>
            <a:endParaRPr lang="en-US" sz="2000" dirty="0"/>
          </a:p>
        </p:txBody>
      </p:sp>
      <p:sp>
        <p:nvSpPr>
          <p:cNvPr id="11" name="fact-3"/>
          <p:cNvSpPr/>
          <p:nvPr/>
        </p:nvSpPr>
        <p:spPr>
          <a:xfrm>
            <a:off x="708660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CR NUMBER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[CR number]</a:t>
            </a:r>
            <a:endParaRPr lang="en-US" sz="2000" dirty="0"/>
          </a:p>
        </p:txBody>
      </p:sp>
      <p:sp>
        <p:nvSpPr>
          <p:cNvPr id="14" name="fact-4"/>
          <p:cNvSpPr/>
          <p:nvPr/>
        </p:nvSpPr>
        <p:spPr>
          <a:xfrm>
            <a:off x="941832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4692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LANGUAGES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Arabic · English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Vision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mission</a:t>
            </a:r>
            <a:endParaRPr lang="en-US" sz="3200" dirty="0"/>
          </a:p>
        </p:txBody>
      </p:sp>
      <p:sp>
        <p:nvSpPr>
          <p:cNvPr id="3" name="vm-1"/>
          <p:cNvSpPr/>
          <p:nvPr/>
        </p:nvSpPr>
        <p:spPr>
          <a:xfrm>
            <a:off x="54864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hart"/>
          <p:cNvSpPr/>
          <p:nvPr/>
        </p:nvSpPr>
        <p:spPr>
          <a:xfrm>
            <a:off x="96012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267370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VISION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Saudi fleet run on facts, not spreadsheets.</a:t>
            </a:r>
            <a:endParaRPr lang="en-US" sz="2800" dirty="0"/>
          </a:p>
        </p:txBody>
      </p:sp>
      <p:sp>
        <p:nvSpPr>
          <p:cNvPr id="8" name="vm-2"/>
          <p:cNvSpPr/>
          <p:nvPr/>
        </p:nvSpPr>
        <p:spPr>
          <a:xfrm>
            <a:off x="617220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check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066" y="267370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8368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MISSION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37490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place to see every vehicle, its cost and its next job.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problem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Fleets run on spreadsheets, receipts and memory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Where does your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fleet's money go?</a:t>
            </a:r>
            <a:endParaRPr lang="en-US" sz="3200" dirty="0"/>
          </a:p>
        </p:txBody>
      </p:sp>
      <p:sp>
        <p:nvSpPr>
          <p:cNvPr id="3" name="problem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Spreadsheets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Service dates, plates and Istimara expiries live in files nobody updates on time.</a:t>
            </a:r>
            <a:endParaRPr lang="en-US" sz="1400" dirty="0"/>
          </a:p>
        </p:txBody>
      </p:sp>
      <p:sp>
        <p:nvSpPr>
          <p:cNvPr id="8" name="problem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Receipts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379476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Fuel and repair spend sits in drawers and photos, so odd fill-ups go unnoticed.</a:t>
            </a:r>
            <a:endParaRPr lang="en-US" sz="1400" dirty="0"/>
          </a:p>
        </p:txBody>
      </p:sp>
      <p:sp>
        <p:nvSpPr>
          <p:cNvPr id="13" name="problem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pin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Blind spots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379476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Nobody can say which route a vehicle took, or how long it sat idling.</a:t>
            </a:r>
            <a:endParaRPr lang="en-US" sz="1400" dirty="0"/>
          </a:p>
        </p:txBody>
      </p:sp>
      <p:sp>
        <p:nvSpPr>
          <p:cNvPr id="18" name="problem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bell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Chat threads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379476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Checks, faults and approvals happen in WhatsApp, and nothing links back to the vehicle.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Two kinds of visibility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Know what your fleet is doing. Know where its money goes.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Know what every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vehicle is doing</a:t>
            </a:r>
            <a:endParaRPr lang="en-US" sz="3200" dirty="0"/>
          </a:p>
        </p:txBody>
      </p:sp>
      <p:sp>
        <p:nvSpPr>
          <p:cNvPr id="3" name="icon-bg-pin"/>
          <p:cNvSpPr/>
          <p:nvPr/>
        </p:nvSpPr>
        <p:spPr>
          <a:xfrm>
            <a:off x="548640" y="21488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4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3" y="2251253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21305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24963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vehicle as moving, idle, parked or no signal, updated every few seconds.</a:t>
            </a:r>
            <a:endParaRPr lang="en-US" sz="1300" dirty="0"/>
          </a:p>
        </p:txBody>
      </p:sp>
      <p:sp>
        <p:nvSpPr>
          <p:cNvPr id="7" name="icon-bg-chart"/>
          <p:cNvSpPr/>
          <p:nvPr/>
        </p:nvSpPr>
        <p:spPr>
          <a:xfrm>
            <a:off x="548640" y="3081528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8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3" y="31839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3063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Trip replay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4290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See the exact route each vehicle drove, stop by stop.</a:t>
            </a:r>
            <a:endParaRPr lang="en-US" sz="1300" dirty="0"/>
          </a:p>
        </p:txBody>
      </p:sp>
      <p:sp>
        <p:nvSpPr>
          <p:cNvPr id="11" name="icon-bg-alert"/>
          <p:cNvSpPr/>
          <p:nvPr/>
        </p:nvSpPr>
        <p:spPr>
          <a:xfrm>
            <a:off x="548640" y="4014216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2" name="icon-alert" descr="/home/user/Claude/fleetana-launch/brand/assets/icons/icon-ale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" y="41166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995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Idle time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3616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Engine-on minutes per trip and per day, for every vehicle.</a:t>
            </a:r>
            <a:endParaRPr lang="en-US" sz="1300" dirty="0"/>
          </a:p>
        </p:txBody>
      </p:sp>
      <p:sp>
        <p:nvSpPr>
          <p:cNvPr id="15" name="icon-bg-users"/>
          <p:cNvSpPr/>
          <p:nvPr/>
        </p:nvSpPr>
        <p:spPr>
          <a:xfrm>
            <a:off x="548640" y="4946904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6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3" y="5049317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9286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Driver scores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52943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Harsh driving, speeding and collisions turned into a 0–100 score.</a:t>
            </a:r>
            <a:endParaRPr lang="en-US" sz="1300" dirty="0"/>
          </a:p>
        </p:txBody>
      </p:sp>
      <p:sp>
        <p:nvSpPr>
          <p:cNvPr id="19" name="card-map"/>
          <p:cNvSpPr/>
          <p:nvPr/>
        </p:nvSpPr>
        <p:spPr>
          <a:xfrm>
            <a:off x="5623560" y="2103120"/>
            <a:ext cx="6016752" cy="3630168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0" name="Live map" descr="Live 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2212848"/>
            <a:ext cx="5797296" cy="3392035"/>
          </a:xfrm>
          <a:prstGeom prst="rect">
            <a:avLst/>
          </a:prstGeom>
        </p:spPr>
      </p:pic>
      <p:sp>
        <p:nvSpPr>
          <p:cNvPr id="21" name="pill-Requires a GPS tracker"/>
          <p:cNvSpPr txBox="1"/>
          <p:nvPr/>
        </p:nvSpPr>
        <p:spPr>
          <a:xfrm>
            <a:off x="5623560" y="5870448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Requires 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See where your fleet's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money really goes</a:t>
            </a:r>
            <a:endParaRPr lang="en-US" sz="3200" dirty="0"/>
          </a:p>
        </p:txBody>
      </p:sp>
      <p:sp>
        <p:nvSpPr>
          <p:cNvPr id="3" name="card-costs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Vehicle cost breakdown" descr="Vehicle cost break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Cost per vehicle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Fuel, service and work orders add up on each vehicle, in SAR, with cost per km.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136392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118104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 anomalies flagged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529584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A full fill below 70% of that vehicle's 30-day average is flagged Low.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123944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105656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riyal itemised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517136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Work orders split parts, labour and fees, with 15% VAT.</a:t>
            </a:r>
            <a:endParaRPr lang="en-US" sz="1300" dirty="0"/>
          </a:p>
        </p:txBody>
      </p:sp>
      <p:sp>
        <p:nvSpPr>
          <p:cNvPr id="14" name="num-4"/>
          <p:cNvSpPr txBox="1"/>
          <p:nvPr/>
        </p:nvSpPr>
        <p:spPr>
          <a:xfrm>
            <a:off x="7269480" y="511149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5093208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Warranty on record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909560" y="5504688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Check the warranty before you pay for the same repair twice.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Shorter routes,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less fuel</a:t>
            </a:r>
            <a:endParaRPr lang="en-US" sz="3200" dirty="0"/>
          </a:p>
        </p:txBody>
      </p:sp>
      <p:sp>
        <p:nvSpPr>
          <p:cNvPr id="3" name="card-route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riven route vs optimised route" descr="Driven route vs optimised 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Optimised routes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Fleetana orders your stops into the shortest route before the vehicle leaves.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33756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31927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Planned vs driven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73075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Compare the route you planned with the route actually driven.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52628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50799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Fewer wasted kilometres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91947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kilometre saved is fuel, time and wear you don't pay for.</a:t>
            </a:r>
            <a:endParaRPr lang="en-US" sz="1300" dirty="0"/>
          </a:p>
        </p:txBody>
      </p:sp>
      <p:sp>
        <p:nvSpPr>
          <p:cNvPr id="14" name="pill-Requires a GPS tracker"/>
          <p:cNvSpPr txBox="1"/>
          <p:nvPr/>
        </p:nvSpPr>
        <p:spPr>
          <a:xfrm>
            <a:off x="7269480" y="55778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Requires 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Find the leaks.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Fix them.</a:t>
            </a:r>
            <a:endParaRPr lang="en-US" sz="3200" dirty="0"/>
          </a:p>
        </p:txBody>
      </p:sp>
      <p:sp>
        <p:nvSpPr>
          <p:cNvPr id="3" name="tile-1"/>
          <p:cNvSpPr/>
          <p:nvPr/>
        </p:nvSpPr>
        <p:spPr>
          <a:xfrm>
            <a:off x="54864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alert"/>
          <p:cNvSpPr/>
          <p:nvPr/>
        </p:nvSpPr>
        <p:spPr>
          <a:xfrm>
            <a:off x="82296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alert" descr="/home/user/Claude/fleetana-launch/brand/assets/icons/icon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Cut idle time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See which vehicles idle longest, and when.</a:t>
            </a:r>
            <a:endParaRPr lang="en-US" sz="1300" dirty="0"/>
          </a:p>
        </p:txBody>
      </p:sp>
      <p:sp>
        <p:nvSpPr>
          <p:cNvPr id="8" name="tile-2"/>
          <p:cNvSpPr/>
          <p:nvPr/>
        </p:nvSpPr>
        <p:spPr>
          <a:xfrm>
            <a:off x="429768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pin"/>
          <p:cNvSpPr/>
          <p:nvPr/>
        </p:nvSpPr>
        <p:spPr>
          <a:xfrm>
            <a:off x="457200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Drive shorter routes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Optimised stop order, every day.</a:t>
            </a:r>
            <a:endParaRPr lang="en-US" sz="1300" dirty="0"/>
          </a:p>
        </p:txBody>
      </p:sp>
      <p:sp>
        <p:nvSpPr>
          <p:cNvPr id="13" name="tile-3"/>
          <p:cNvSpPr/>
          <p:nvPr/>
        </p:nvSpPr>
        <p:spPr>
          <a:xfrm>
            <a:off x="804672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832104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 odd fills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Low fills flagged against each vehicle's own average.</a:t>
            </a:r>
            <a:endParaRPr lang="en-US" sz="1300" dirty="0"/>
          </a:p>
        </p:txBody>
      </p:sp>
      <p:sp>
        <p:nvSpPr>
          <p:cNvPr id="18" name="tile-4"/>
          <p:cNvSpPr/>
          <p:nvPr/>
        </p:nvSpPr>
        <p:spPr>
          <a:xfrm>
            <a:off x="54864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users"/>
          <p:cNvSpPr/>
          <p:nvPr/>
        </p:nvSpPr>
        <p:spPr>
          <a:xfrm>
            <a:off x="82296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Coach your drivers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Scores show who needs a word, and why.</a:t>
            </a:r>
            <a:endParaRPr lang="en-US" sz="1300" dirty="0"/>
          </a:p>
        </p:txBody>
      </p:sp>
      <p:sp>
        <p:nvSpPr>
          <p:cNvPr id="23" name="tile-5"/>
          <p:cNvSpPr/>
          <p:nvPr/>
        </p:nvSpPr>
        <p:spPr>
          <a:xfrm>
            <a:off x="429768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wrench"/>
          <p:cNvSpPr/>
          <p:nvPr/>
        </p:nvSpPr>
        <p:spPr>
          <a:xfrm>
            <a:off x="457200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413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before breakdowns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Due by km, engine hours or date.</a:t>
            </a:r>
            <a:endParaRPr lang="en-US" sz="1300" dirty="0"/>
          </a:p>
        </p:txBody>
      </p:sp>
      <p:sp>
        <p:nvSpPr>
          <p:cNvPr id="28" name="tile-6"/>
          <p:cNvSpPr/>
          <p:nvPr/>
        </p:nvSpPr>
        <p:spPr>
          <a:xfrm>
            <a:off x="804672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truck"/>
          <p:cNvSpPr/>
          <p:nvPr/>
        </p:nvSpPr>
        <p:spPr>
          <a:xfrm>
            <a:off x="832104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453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Retire the costliest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Cost per vehicle and per km, side by side.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platform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Everything that touches your fleet, in one place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Everything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touches your fleet</a:t>
            </a:r>
            <a:endParaRPr lang="en-US" sz="3200" dirty="0"/>
          </a:p>
        </p:txBody>
      </p:sp>
      <p:sp>
        <p:nvSpPr>
          <p:cNvPr id="3" name="tile-1"/>
          <p:cNvSpPr/>
          <p:nvPr/>
        </p:nvSpPr>
        <p:spPr>
          <a:xfrm>
            <a:off x="54864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82296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Vehicles &amp; documents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Plates, drivers, Istimara, insurance and Fahes for every vehicle.</a:t>
            </a:r>
            <a:endParaRPr lang="en-US" sz="1300" dirty="0"/>
          </a:p>
        </p:txBody>
      </p:sp>
      <p:sp>
        <p:nvSpPr>
          <p:cNvPr id="8" name="tile-2"/>
          <p:cNvSpPr/>
          <p:nvPr/>
        </p:nvSpPr>
        <p:spPr>
          <a:xfrm>
            <a:off x="429768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457200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&amp; maintenance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Programs by km, engine hours or date. Due soon and overdue at a glance.</a:t>
            </a:r>
            <a:endParaRPr lang="en-US" sz="1300" dirty="0"/>
          </a:p>
        </p:txBody>
      </p:sp>
      <p:sp>
        <p:nvSpPr>
          <p:cNvPr id="13" name="tile-3"/>
          <p:cNvSpPr/>
          <p:nvPr/>
        </p:nvSpPr>
        <p:spPr>
          <a:xfrm>
            <a:off x="804672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832104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km/L on every full fill. Low fills flagged.</a:t>
            </a:r>
            <a:endParaRPr lang="en-US" sz="1300" dirty="0"/>
          </a:p>
        </p:txBody>
      </p:sp>
      <p:sp>
        <p:nvSpPr>
          <p:cNvPr id="18" name="tile-4"/>
          <p:cNvSpPr/>
          <p:nvPr/>
        </p:nvSpPr>
        <p:spPr>
          <a:xfrm>
            <a:off x="54864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82296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Inspections &amp; issues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Custom checklists with photos. A failed item opens an issue.</a:t>
            </a:r>
            <a:endParaRPr lang="en-US" sz="1300" dirty="0"/>
          </a:p>
        </p:txBody>
      </p:sp>
      <p:sp>
        <p:nvSpPr>
          <p:cNvPr id="23" name="tile-5"/>
          <p:cNvSpPr/>
          <p:nvPr/>
        </p:nvSpPr>
        <p:spPr>
          <a:xfrm>
            <a:off x="429768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457200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413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orders &amp; parts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Parts, labour and fees, with 15% VAT and approval steps.</a:t>
            </a:r>
            <a:endParaRPr lang="en-US" sz="1300" dirty="0"/>
          </a:p>
        </p:txBody>
      </p:sp>
      <p:sp>
        <p:nvSpPr>
          <p:cNvPr id="28" name="tile-6"/>
          <p:cNvSpPr/>
          <p:nvPr/>
        </p:nvSpPr>
        <p:spPr>
          <a:xfrm>
            <a:off x="804672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832104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453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 &amp; routes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109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Live positions, trip replay, optimised routes and driver scores.</a:t>
            </a:r>
            <a:endParaRPr lang="en-US" sz="1300" dirty="0"/>
          </a:p>
        </p:txBody>
      </p:sp>
      <p:sp>
        <p:nvSpPr>
          <p:cNvPr id="33" name="pill-GPS tracker"/>
          <p:cNvSpPr txBox="1"/>
          <p:nvPr/>
        </p:nvSpPr>
        <p:spPr>
          <a:xfrm>
            <a:off x="9692640" y="54864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Every vehicle,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one record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Plate, VIN, make, model, driver and status for every vehicle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Fuel, service, issues, inspections and work orders all link to the same vehicle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Istimara, insurance and Fahes listed 30 days before they expire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Statuses from Active to In shop, Out of service, Sold and Retired</a:t>
            </a:r>
            <a:endParaRPr lang="en-US" sz="1700" dirty="0"/>
          </a:p>
        </p:txBody>
      </p:sp>
      <p:sp>
        <p:nvSpPr>
          <p:cNvPr id="4" name="card-ui-vehicles"/>
          <p:cNvSpPr/>
          <p:nvPr/>
        </p:nvSpPr>
        <p:spPr>
          <a:xfrm>
            <a:off x="5440680" y="2103120"/>
            <a:ext cx="6199632" cy="3082306"/>
          </a:xfrm>
          <a:prstGeom prst="roundRect">
            <a:avLst>
              <a:gd name="adj" fmla="val 356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Vehicle list" descr="Vehicle 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2212848"/>
            <a:ext cx="5980176" cy="28628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Service on schedule,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not after breakdowns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Service due by km, engine hours or date, whichever comes first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36 standard service tasks ready on day one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Work orders with parts, labour, fees, 15% VAT and approval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Parts stock per location with reorder minimums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Warranty periods on parts and repairs</a:t>
            </a:r>
            <a:endParaRPr lang="en-US" sz="1700" dirty="0"/>
          </a:p>
        </p:txBody>
      </p:sp>
      <p:sp>
        <p:nvSpPr>
          <p:cNvPr id="4" name="card-ui-reminders"/>
          <p:cNvSpPr/>
          <p:nvPr/>
        </p:nvSpPr>
        <p:spPr>
          <a:xfrm>
            <a:off x="5440680" y="2103120"/>
            <a:ext cx="6199632" cy="2700593"/>
          </a:xfrm>
          <a:prstGeom prst="roundRect">
            <a:avLst>
              <a:gd name="adj" fmla="val 406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Service reminders" descr="Service remin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2212848"/>
            <a:ext cx="5980176" cy="248113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Inspections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lead to action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Custom inspection forms for each vehicle type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Drivers complete them in the mobile app, with photos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A failed item opens an issue automatically</a:t>
            </a:r>
            <a:endParaRPr lang="en-US" sz="17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700" dirty="0">
                <a:solidFill>
                  <a:srgbClr val="0F172A"/>
                </a:solidFill>
              </a:rPr>
              <a:t>Issues from Low to Critical, with alerts for the urgent ones</a:t>
            </a:r>
            <a:endParaRPr lang="en-US" sz="1700" dirty="0"/>
          </a:p>
        </p:txBody>
      </p:sp>
      <p:sp>
        <p:nvSpPr>
          <p:cNvPr id="4" name="card-ui-inspection"/>
          <p:cNvSpPr/>
          <p:nvPr/>
        </p:nvSpPr>
        <p:spPr>
          <a:xfrm>
            <a:off x="5440680" y="2103120"/>
            <a:ext cx="6199632" cy="2732402"/>
          </a:xfrm>
          <a:prstGeom prst="roundRect">
            <a:avLst>
              <a:gd name="adj" fmla="val 40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Inspection with a failed item" descr="Inspection with a failed it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2212848"/>
            <a:ext cx="5980176" cy="251294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Built for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Saudi fleets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54864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Istimara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324612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Fahes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594360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Insurance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54864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SAR + 15% VAT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324612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km &amp; engine hours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594360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Made for fleets like yours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Delivery &amp; courier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452628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1208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Construction &amp; heavy equipment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Distribution &amp; retail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1208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Passenger &amp; school transport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8915400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98280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Expiry dates live on each vehicle, and Home lists everything expiring in the next 30 days.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we get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you running</a:t>
            </a:r>
            <a:endParaRPr lang="en-US" sz="3200" dirty="0"/>
          </a:p>
        </p:txBody>
      </p:sp>
      <p:sp>
        <p:nvSpPr>
          <p:cNvPr id="3" name="step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users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  Sign up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Create your workspace at fleetana.sa and invite your team.</a:t>
            </a:r>
            <a:endParaRPr lang="en-US" sz="1400" dirty="0"/>
          </a:p>
        </p:txBody>
      </p:sp>
      <p:sp>
        <p:nvSpPr>
          <p:cNvPr id="8" name="step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truck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 Add vehicles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379476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drivers and document dates, imported or added by hand.</a:t>
            </a:r>
            <a:endParaRPr lang="en-US" sz="1400" dirty="0"/>
          </a:p>
        </p:txBody>
      </p:sp>
      <p:sp>
        <p:nvSpPr>
          <p:cNvPr id="13" name="step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wrench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 Set your rules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379476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Service programs from the standard set, and your inspection forms.</a:t>
            </a:r>
            <a:endParaRPr lang="en-US" sz="1400" dirty="0"/>
          </a:p>
        </p:txBody>
      </p:sp>
      <p:sp>
        <p:nvSpPr>
          <p:cNvPr id="18" name="step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pin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  Connect trackers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3794760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GPS trackers switch on the live map, routes and driver scores.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The team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behind Fleetana</a:t>
            </a:r>
            <a:endParaRPr lang="en-US" sz="3200" dirty="0"/>
          </a:p>
        </p:txBody>
      </p:sp>
      <p:sp>
        <p:nvSpPr>
          <p:cNvPr id="3" name="team-1"/>
          <p:cNvSpPr/>
          <p:nvPr/>
        </p:nvSpPr>
        <p:spPr>
          <a:xfrm>
            <a:off x="548640" y="22402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photo-1"/>
          <p:cNvSpPr/>
          <p:nvPr/>
        </p:nvSpPr>
        <p:spPr>
          <a:xfrm>
            <a:off x="1668780" y="2560320"/>
            <a:ext cx="1280160" cy="128016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68780" y="2560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Photo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0690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[Name]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51D5"/>
                </a:solidFill>
              </a:rPr>
              <a:t>[Role]</a:t>
            </a:r>
            <a:endParaRPr lang="en-US" sz="1500" dirty="0"/>
          </a:p>
        </p:txBody>
      </p:sp>
      <p:sp>
        <p:nvSpPr>
          <p:cNvPr id="8" name="team-2"/>
          <p:cNvSpPr/>
          <p:nvPr/>
        </p:nvSpPr>
        <p:spPr>
          <a:xfrm>
            <a:off x="4297680" y="22402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photo-2"/>
          <p:cNvSpPr/>
          <p:nvPr/>
        </p:nvSpPr>
        <p:spPr>
          <a:xfrm>
            <a:off x="5417820" y="2560320"/>
            <a:ext cx="1280160" cy="128016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17820" y="2560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Photo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40690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[Name]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51D5"/>
                </a:solidFill>
              </a:rPr>
              <a:t>[Role]</a:t>
            </a:r>
            <a:endParaRPr lang="en-US" sz="1500" dirty="0"/>
          </a:p>
        </p:txBody>
      </p:sp>
      <p:sp>
        <p:nvSpPr>
          <p:cNvPr id="13" name="team-3"/>
          <p:cNvSpPr/>
          <p:nvPr/>
        </p:nvSpPr>
        <p:spPr>
          <a:xfrm>
            <a:off x="8046720" y="224028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photo-3"/>
          <p:cNvSpPr/>
          <p:nvPr/>
        </p:nvSpPr>
        <p:spPr>
          <a:xfrm>
            <a:off x="9166860" y="2560320"/>
            <a:ext cx="1280160" cy="128016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66860" y="2560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Photo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40690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[Name]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51D5"/>
                </a:solidFill>
              </a:rPr>
              <a:t>[Role]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Get your fleet off spreadsheets.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  ·  [Phone]  ·  [Email]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Hanken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Fleetana — company profile</dc:title>
  <dc:subject>PptxGenJS Presentation</dc:subject>
  <dc:creator>Fleetana</dc:creator>
  <cp:lastModifiedBy>Fleetana</cp:lastModifiedBy>
  <cp:revision>1</cp:revision>
  <dcterms:created xsi:type="dcterms:W3CDTF">2026-10-23T13:42:55Z</dcterms:created>
  <dcterms:modified xsi:type="dcterms:W3CDTF">2026-10-23T13:42:55Z</dcterms:modified>
</cp:coreProperties>
</file>