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ن نحن" id="{a4370ca8-c768-29f0-c962-4baea573d417}">
          <p14:sldIdLst>
            <p14:sldId id="256"/>
            <p14:sldId id="257"/>
            <p14:sldId id="258"/>
          </p14:sldIdLst>
        </p14:section>
        <p14:section name="المشكلة" id="{c00d71f9-8c3f-688a-a7c9-ccb574fd53cf}">
          <p14:sldIdLst>
            <p14:sldId id="259"/>
            <p14:sldId id="260"/>
          </p14:sldIdLst>
        </p14:section>
        <p14:section name="الحل" id="{017d4434-4c80-0992-94d6-07a93982c814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أجهزة التتبع" id="{c357a473-8ff4-3092-b189-f3edcb0b6932}">
          <p14:sldIdLst>
            <p14:sldId id="268"/>
            <p14:sldId id="269"/>
            <p14:sldId id="270"/>
          </p14:sldIdLst>
        </p14:section>
        <p14:section name="التوفير" id="{d9a073b6-85d4-5858-95dd-11032d81be6f}">
          <p14:sldIdLst>
            <p14:sldId id="271"/>
            <p14:sldId id="272"/>
          </p14:sldIdLst>
        </p14:section>
        <p14:section name="العمل معنا" id="{654c05a1-be46-44c8-28ce-fbe9f450de9d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الملف التعريفي لفليتانا للعملاء المحتملين.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النظام والأجهزة من شريك سعودي 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السطرين بصوت واضح ودعهما يتحدثان.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 العميل: أي هذه الأربع يشبه أسبوعه أكثر؟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العرض كله في شريحة واحدة: الجهاز، والنظام، والنتيجة.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الوحدات الست. الشرائح التالية تتعمق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يعمل بجهاز تتبع فليتانا في كل مركبة.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في الصورة بيانات توضيحية.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الخريطة والمسافات بيانات توضيحية.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بيانات توضيحية على الشاشة.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نوفّر الجهازين ونركّبهما وندعمهما.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الأساطيل المختلطة تستخدم الجهازين غالبًا: FMC003 للمركبات الخفيفة وR12L للثقيلة.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أين يأتي التوفير. كل بند إجراء يتخذه العميل بناءً على ما يُظهره فليتانا.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عدّل القطاعات حسب العميل.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معظم الإعداد يتم في الأسبوع الأول.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مؤسسين، فريق واحد: العمليات، والمنتج، وتطوير الأعمال، والعملاء.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rgbClr val="0051D5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r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الملف التعريفي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أسطولك كله.</a:t>
            </a:r>
            <a:endParaRPr lang="en-US" sz="4800" dirty="0"/>
          </a:p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في مكان واحد.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رؤية كاملة لأسطولك وتكاليفه، صُمّمت للأساطيل السعودية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فليتانا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551383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من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نحن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08015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فليتانا نظام لإدارة الأساطيل، صُمّم في المملكة العربية السعودية لمن يديرون المركبات.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608015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منصة واحدة للمركبات والسائقين والمسارات والوقود والصيانة والفحوصات وأوامر العمل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يُظهر ما تفعله كل مركبة، وكم تكلّف كل مركبة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أجهزة تتبع نوفّرها ونركّبها بفريقنا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تطبيق ويب للمديرين وتطبيق جوال للسائقين، بالعربية والإنجليزية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2910535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139135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سنة التأسيس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139135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578815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7415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المقر الرئيسي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7415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الرياض، المملكة العربية السعودية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2910535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39135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السجل التجاري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139135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578815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07415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اللغات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العربية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الرؤية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والرسالة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6248095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10664647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033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659575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الرؤية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59575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 تُدار كل الأساطيل السعودية بالحقائق، بدورة حياة فعّالة ومُحسَّنة.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24535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5041087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473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36015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الرسالة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36015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مكان واحد ترى فيه كل مركبة، وتكلفتها، ومهمتها التالية، وتنفيذها.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المشكلة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أساطيل تُدار بجداول البيانات والإيصالات والذاكرة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أين تذهب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أموال أسطولك؟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9037015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10801807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جداول البيانات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مواعيد الصيانة واللوحات وتواريخ الاستمارة في ملفات لا تُحدَّث في وقتها.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6229807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7994599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الإيصالات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مصاريف الوقود والإصلاح في الأدراج والصور، فتمر التعبئة غير المعتادة دون انتباه.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3422599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5187391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نقاط عمياء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لا أحد يعرف أي طريق سلكته المركبة، ولا كم بقيت متوقفة والمحرك يعمل.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615391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2380183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محادثات الواتساب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الفحوصات والأعطال والموافقات في المحادثات، ولا شيء مرتبط بالمركبة.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الحل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النظام وأجهزة التتبع من شريك واحد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 يعمل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فليتانا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821405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268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039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48837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في كل مركبة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48837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جهاز التتبع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48837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نوفّر ونركّب الجهاز المناسب لكل مركبة، من البيك أب إلى الشاحنات الثقيلة.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944307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46501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335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73933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على منصة واحدة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73933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فليتانا على الويب والجوال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73933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الموقع والرحلات والوقود والصيانة والتكاليف في مكان واحد، لكل مركبة.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4195267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71597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99029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في قراراتك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99029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ارَ، قرّر، وفّر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99029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اكشف الهدر، وتصرّف، وشاهد تكلفة كل مركبة تنخفض.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كل ما يتعلق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بأسطولك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812261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1085667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9084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5121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المركبات والوثائق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الاستمارة والتأمين والفحص الدوري، مع تذكيرات تلقائية قبل كل انتهاء.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37357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10763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17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 والوقاية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789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برامج بالكيلومترات أو ساعات التشغيل أو التاريخ، مع القادم والمتأخر بنظرة.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62453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335859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004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313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9885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كم/لتر لكل تعبئة كاملة، والتعبئة غير المعتادة تظهر بعلامة «منخفض».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812261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1085667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9084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5121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الفحوصات والبلاغات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9693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قوائم فحص مخصصة مع الصور، والبند الفاشل يفتح بلاغًا.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37357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710763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044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0217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أوامر العمل والقطع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789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القطع والعمالة والرسوم، مع ضريبة 15٪ وخطوات الاعتماد.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62453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335859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1004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313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الخريطة والمسارات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9885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المواقع المباشرة وإعادة الرحلات والمسارات المُحسَّنة وأداء السائقين.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اعرف ما تفعله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كل مركبة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11130991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3404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05295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خريطة الأسطول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705295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مركبة: تتحرك، أو خاملة، أو متوقفة، أو بلا إشارة، وتُحدَّث كل بضع ثوانٍ.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11130991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404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05295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إعادة الرحلات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6705295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شاهد الطريق الذي سلكته كل مركبة فعليًا، محطة بمحطة.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11130991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3404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705295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وقت الخمول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705295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دقائق تشغيل المحرك والمركبة متوقفة، لكل رحلة ولكل يوم.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11130991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3404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05295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أداء السائقين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705295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القيادة العنيفة والسرعة الزائدة والحوادث في تقييم من 0 إلى 100.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51383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" y="2212848"/>
            <a:ext cx="5797296" cy="3392035"/>
          </a:xfrm>
          <a:prstGeom prst="rect">
            <a:avLst/>
          </a:prstGeom>
        </p:spPr>
      </p:pic>
      <p:sp>
        <p:nvSpPr>
          <p:cNvPr id="21" name="pill-جهاز تتبع فليتانا"/>
          <p:cNvSpPr txBox="1"/>
          <p:nvPr/>
        </p:nvSpPr>
        <p:spPr>
          <a:xfrm>
            <a:off x="4190695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 فليتانا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اعرف أين تذهب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أموال أسطولك فعلًا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333695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3423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446501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1383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تكلفة كل مركبة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1383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الوقود والصيانة وأوامر العمل تُجمع لكل مركبة بالريال، مع التكلفة لكل كيلومتر.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4465015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51383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تعبئة غير معتادة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51383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التعبئة الكاملة الأقل من 70٪ من متوسط المركبة خلال 30 يومًا تظهر بعلامة «منخفض».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4465015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51383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ريال مفصّل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51383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أوامر العمل تفصل القطع والعمالة والرسوم، مع ضريبة 15٪.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4465015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51383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الضمان محفوظ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51383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تحقّق من الضمان قبل أن تدفع ثمن الإصلاح نفسه مرتين.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مسارات أقصر،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ووقود أقل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333695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3423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446501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1383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مسارات مُحسَّنة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1383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يرتّب فليتانا محطاتك في أقصر مسار قبل أن تنطلق المركبة.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4465015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51383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المخطط مقابل الفعلي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51383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قارن المسار الذي خططت له بالمسار الذي سُلك فعلًا.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4465015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51383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كيلومترات أقل هدرًا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51383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كيلومتر توفّره وقود ووقت واستهلاك لا تدفع ثمنه.</a:t>
            </a:r>
            <a:endParaRPr lang="en-US" sz="1300" dirty="0"/>
          </a:p>
        </p:txBody>
      </p:sp>
      <p:sp>
        <p:nvSpPr>
          <p:cNvPr id="14" name="pill-جهاز تتبع فليتانا"/>
          <p:cNvSpPr txBox="1"/>
          <p:nvPr/>
        </p:nvSpPr>
        <p:spPr>
          <a:xfrm>
            <a:off x="2544775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 فليتانا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صيانة تسير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في موعدها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065215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مواعيد الصيانة بالكيلومترات أو ساعات التشغيل أو التاريخ، أيّها أسبق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مهمة صيانة قياسية جاهزة من اليوم الأول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فحوصات على تطبيق الجوال مع الصور، والبند الفاشل يفتح بلاغًا تلقائيًا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أوامر عمل بالقطع والعمالة والرسوم وضريبة 15٪ وخطوات الاعتماد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مخزون القطع لكل موقع، وفترات الضمان على القطع والإصلاحات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إشعارات تلقائية قبل كل صيانة وفحص وتجديد وثيقة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551383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551383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أجهزة التتبع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أجهزة نوفّرها ونركّبها وندعمها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جهازان،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لكل مركبة في أسطولك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6248095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8529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76695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76695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76695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جهاز تتبع يُركَّب في منفذ OBD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76695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يُركَّب في منفذ OBD-II خلال دقائق، دون أسلاك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شبكة 4G مع GPS وGLONASS وGalileo وBeiDou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يقرأ عدّاد المركبة ومستوى الوقود منها مباشرة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رصد القيادة الاقتصادية والحوادث والسحب والفصل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معتمد من هيئة الاتصالات والفضاء والتقنية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6522415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الأنسب لـ: </a:t>
            </a:r>
            <a:pPr algn="r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السيارات والبيك أب والفانات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06247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5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34847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34847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34847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جهاز تتبع سلكي لأي مركبة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34847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تركيب مخفي، ويعمل من 9 إلى 90 فولت للشاحنات والحافلات والمعدات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شبكة 4G مع GPS وBeiDou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مقاوم للغبار والماء IP65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إيقاف المحرك عن بُعد ورصد تشغيل المحرك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تنبيهات الاهتزاز وانقطاع الكهرباء والسرعة الزائدة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880567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الأنسب لـ: </a:t>
            </a:r>
            <a:pPr algn="r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الشاحنات والحافلات والمعدات والحماية من السرقة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ماذا يتيح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كل جهاز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19295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ميزة فليتانا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FMC003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R12L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خريطة الأسطول وإعادة الرحلات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وقت الخمول وأداء السائقين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تحسين المسارات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تنبيهات السرعة الزائدة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تنبيهات العبث (الفصل / انقطاع الكهرباء)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رصد الحوادث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مستوى الوقود والعدّاد من المركبة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إيقاف المحرك عن بُعد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الشاحنات والمعدات الثقيلة (حتى 90 فولت)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551383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3258007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1393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7415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نوفّرها ونركّبها وندعمها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07415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نختار الجهاز المناسب لكل مركبة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فريقنا يتولى التركيب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تعمل على فليتانا في اليوم نفسه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شريك واحد للنظام والأجهزة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اكشف الهدر،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وأوقفه.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9037015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10801807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تعبئة غير معتادة تظهر فورًا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وقت خمول أقل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مسارات أقصر ومُحسَّنة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6229807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994599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صيانة قبل الأعطال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لا دفع مرتين لإصلاح تحت الضمان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كل أمر عمل مفصّل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3422599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5187391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الأسطول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تكلفة كل مركبة ولكل كيلومتر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استبعاد المركبات الأعلى تكلفة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تذكير تلقائي قبل انتهاء الوثائق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615391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2380183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السلامة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تقييم السائقين وتوجيههم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تنبيهات الحوادث والسرعة الزائدة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إيقاف المحرك عن بُعد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صُمّم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للأساطيل السعودية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912845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الاستمارة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643097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الفحص الدوري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373349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التأمين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912845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الريال وضريبة 15٪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643097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أجهزة معتمدة من الهيئة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373349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79215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لأساطيل مثل أسطولك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1114013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0719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5685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التوصيل والشحن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716249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079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7921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البناء والمعدات الثقيلة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1114013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9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5685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التوزيع والتجزئة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716249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079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7921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نقل الركاب والنقل المدرسي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551383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5975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يتابع فليتانا كل وثيقة ويُشعرك قبل انتهاء الاستمارة والتأمين والفحص الدوري.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 نبدأ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معك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9037015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10801807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  سجّل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أنشئ مساحة عملك على fleetana.sa وادعُ فريقك.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6229807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7994599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  أضف مركباتك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المركبات والسائقون وتواريخ الوثائق، استيرادًا أو يدويًا.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3422599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5187391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  نركّب الأجهزة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الجهاز المناسب لكل مركبة، يركّبه فريقنا.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615391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2380183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  ارَ، قرّر، وفّر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الخريطة والتكاليف والتوفير من اليوم الأول.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8835847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6028639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3221431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المؤسسون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خلف فليتانا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9037015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ring-abdallah"/>
          <p:cNvSpPr/>
          <p:nvPr/>
        </p:nvSpPr>
        <p:spPr>
          <a:xfrm>
            <a:off x="9407347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5" name="photo-abdallah" descr="عبدالله ضبا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1355" y="2395728"/>
            <a:ext cx="1737360" cy="17373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19895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عبدالله ضبان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219895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العمليات والاستراتيجية</a:t>
            </a:r>
            <a:endParaRPr lang="en-US" sz="1350" dirty="0"/>
          </a:p>
        </p:txBody>
      </p:sp>
      <p:sp>
        <p:nvSpPr>
          <p:cNvPr id="8" name="team-abdulrahman"/>
          <p:cNvSpPr/>
          <p:nvPr/>
        </p:nvSpPr>
        <p:spPr>
          <a:xfrm>
            <a:off x="6229807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ring-abdulrahman"/>
          <p:cNvSpPr/>
          <p:nvPr/>
        </p:nvSpPr>
        <p:spPr>
          <a:xfrm>
            <a:off x="6600139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0" name="photo-abdulrahman" descr="عبدالرحمن العسك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47" y="2395728"/>
            <a:ext cx="1737360" cy="173736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12687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عبدالرحمن العسكر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412687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مدير المنتج</a:t>
            </a:r>
            <a:endParaRPr lang="en-US" sz="1350" dirty="0"/>
          </a:p>
        </p:txBody>
      </p:sp>
      <p:sp>
        <p:nvSpPr>
          <p:cNvPr id="13" name="team-faisal"/>
          <p:cNvSpPr/>
          <p:nvPr/>
        </p:nvSpPr>
        <p:spPr>
          <a:xfrm>
            <a:off x="3422599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ring-faisal"/>
          <p:cNvSpPr/>
          <p:nvPr/>
        </p:nvSpPr>
        <p:spPr>
          <a:xfrm>
            <a:off x="3792931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5" name="photo-faisal" descr="فيصل الشري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939" y="2395728"/>
            <a:ext cx="1737360" cy="17373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05479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فيصل الشريف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05479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تطوير الأعمال</a:t>
            </a:r>
            <a:endParaRPr lang="en-US" sz="1350" dirty="0"/>
          </a:p>
        </p:txBody>
      </p:sp>
      <p:sp>
        <p:nvSpPr>
          <p:cNvPr id="18" name="team-ali"/>
          <p:cNvSpPr/>
          <p:nvPr/>
        </p:nvSpPr>
        <p:spPr>
          <a:xfrm>
            <a:off x="615391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ring-ali"/>
          <p:cNvSpPr/>
          <p:nvPr/>
        </p:nvSpPr>
        <p:spPr>
          <a:xfrm>
            <a:off x="985723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20" name="photo-ali" descr="علي شودر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" y="2395728"/>
            <a:ext cx="1737360" cy="1737360"/>
          </a:xfrm>
          <a:prstGeom prst="ellipse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98271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علي شودري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98271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مدير الأعمال والعملاء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أخرج أسطولك من جداول البيانات.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admin@fleetana.sa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فليتانا — الملف التعريفي</dc:title>
  <dc:subject>PptxGenJS Presentation</dc:subject>
  <dc:creator>Fleetana</dc:creator>
  <cp:lastModifiedBy>Fleetana</cp:lastModifiedBy>
  <cp:revision>1</cp:revision>
  <dcterms:created xsi:type="dcterms:W3CDTF">2026-10-23T15:11:16Z</dcterms:created>
  <dcterms:modified xsi:type="dcterms:W3CDTF">2026-10-23T15:11:16Z</dcterms:modified>
</cp:coreProperties>
</file>